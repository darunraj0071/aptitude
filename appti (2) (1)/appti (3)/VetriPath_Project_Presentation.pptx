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73152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91840"/>
            <a:ext cx="112745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5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VETRIPATH</a:t>
            </a:r>
            <a:r>
              <a:rPr lang="en-US" dirty="0"/>
              <a:t>LEARN</a:t>
            </a:r>
            <a:endParaRPr dirty="0"/>
          </a:p>
          <a:p>
            <a:pPr algn="ctr">
              <a:spcAft>
                <a:spcPts val="1600"/>
              </a:spcAft>
              <a:defRPr sz="2200" b="1">
                <a:solidFill>
                  <a:srgbClr val="7F5AF0"/>
                </a:solidFill>
                <a:latin typeface="Segoe UI"/>
              </a:defRPr>
            </a:pPr>
            <a:r>
              <a:rPr dirty="0"/>
              <a:t>Complete Offline Placement Preparation Portal &amp; Native Mobile Application</a:t>
            </a:r>
          </a:p>
          <a:p>
            <a:pPr algn="ctr">
              <a:defRPr sz="1400">
                <a:solidFill>
                  <a:srgbClr val="94A1B2"/>
                </a:solidFill>
                <a:latin typeface="Segoe UI"/>
              </a:defRPr>
            </a:pPr>
            <a:r>
              <a:rPr dirty="0"/>
              <a:t>Academic Technical Presentation •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PROJECT 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0879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Concept &amp; Mission: </a:t>
            </a:r>
            <a:r>
              <a:rPr sz="1500">
                <a:solidFill>
                  <a:srgbClr val="FFFFFF"/>
                </a:solidFill>
                <a:latin typeface="Segoe UI"/>
              </a:rPr>
              <a:t>VetriPath is a self-contained hybrid education and assessment portal designed to prepare students for campus placements, technical interviews, and competitive exams.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Offline-First Engineering: </a:t>
            </a:r>
            <a:r>
              <a:rPr sz="1500">
                <a:solidFill>
                  <a:srgbClr val="FFFFFF"/>
                </a:solidFill>
                <a:latin typeface="Segoe UI"/>
              </a:rPr>
              <a:t>Eliminates network latency by embedding the web platform (HTML5/CSS3/ES6 JS) directly within an Android native WebView container, running 100% offline.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Multi-Modal Learning Modules: </a:t>
            </a:r>
            <a:r>
              <a:rPr sz="1500">
                <a:solidFill>
                  <a:srgbClr val="FFFFFF"/>
                </a:solidFill>
                <a:latin typeface="Segoe UI"/>
              </a:rPr>
              <a:t>Provides Quantitative Aptitude, Logical Reasoning, Verbal Ability, an Interactive JavaScript Coding Sandbox, and placement Roadmaps.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Exam Integrity Suite: </a:t>
            </a:r>
            <a:r>
              <a:rPr sz="1500">
                <a:solidFill>
                  <a:srgbClr val="FFFFFF"/>
                </a:solidFill>
                <a:latin typeface="Segoe UI"/>
              </a:rPr>
              <a:t>Features client-side anti-cheating mechanisms including shortcut suppression, copy-paste blocking, and instant exam auto-submission upon window tab blur.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Native Biometric Shield: </a:t>
            </a:r>
            <a:r>
              <a:rPr sz="1500">
                <a:solidFill>
                  <a:srgbClr val="FFFFFF"/>
                </a:solidFill>
                <a:latin typeface="Segoe UI"/>
              </a:rPr>
              <a:t>Employs Jetpack Compose and Android Biometrics SDK to secure local performance logs and progress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ANALYSIS: Feasibility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0879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Technical Feasibility: </a:t>
            </a:r>
            <a:r>
              <a:rPr sz="1500">
                <a:solidFill>
                  <a:srgbClr val="FFFFFF"/>
                </a:solidFill>
                <a:latin typeface="Segoe UI"/>
              </a:rPr>
              <a:t>Built on standardized web engines (HTML5/CSS3/ES6 JS) &amp; native WebView interop. Zero network requests, 100% offline operational stability.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Economic Feasibility: </a:t>
            </a:r>
            <a:r>
              <a:rPr sz="1500">
                <a:solidFill>
                  <a:srgbClr val="FFFFFF"/>
                </a:solidFill>
                <a:latin typeface="Segoe UI"/>
              </a:rPr>
              <a:t>Serverless client-side architecture with zero database or server hosting fees. Developed using 100% open-source tools ($0 overhead).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Operational Feasibility: </a:t>
            </a:r>
            <a:r>
              <a:rPr sz="1500">
                <a:solidFill>
                  <a:srgbClr val="FFFFFF"/>
                </a:solidFill>
                <a:latin typeface="Segoe UI"/>
              </a:rPr>
              <a:t>Intuitive glassmorphic UI design requiring zero user training. Automated scoring, feedback, and history management ensure high adoption.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ANALYSIS: Existing System &amp; Drawbacks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0879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Network Dependencies: </a:t>
            </a:r>
            <a:r>
              <a:rPr sz="1500">
                <a:solidFill>
                  <a:srgbClr val="FFFFFF"/>
                </a:solidFill>
                <a:latin typeface="Segoe UI"/>
              </a:rPr>
              <a:t>Online portals (GeeksforGeeks, IndiaBIX, HackerRank) fail completely in low-bandwidth or rural regions.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High Ads &amp; Latency: </a:t>
            </a:r>
            <a:r>
              <a:rPr sz="1500">
                <a:solidFill>
                  <a:srgbClr val="FFFFFF"/>
                </a:solidFill>
                <a:latin typeface="Segoe UI"/>
              </a:rPr>
              <a:t>Heavy ad banner networks slow down page rendering, consume high RAM, and distract study focus.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Insecure Practice Sandbox: </a:t>
            </a:r>
            <a:r>
              <a:rPr sz="1500">
                <a:solidFill>
                  <a:srgbClr val="FFFFFF"/>
                </a:solidFill>
                <a:latin typeface="Segoe UI"/>
              </a:rPr>
              <a:t>Traditional portals permit copy-pasting code, viewing Developer Console inspector (F12), and changing tabs during mock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ANALYSIS: Proposed System &amp;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0879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100% Offline Asset Packaging: </a:t>
            </a:r>
            <a:r>
              <a:rPr sz="1500">
                <a:solidFill>
                  <a:srgbClr val="FFFFFF"/>
                </a:solidFill>
                <a:latin typeface="Segoe UI"/>
              </a:rPr>
              <a:t>Direct asset integration inside Android APK assets directory. Zero loading latencies.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Jetpack Compose Biometric Shield: </a:t>
            </a:r>
            <a:r>
              <a:rPr sz="1500">
                <a:solidFill>
                  <a:srgbClr val="FFFFFF"/>
                </a:solidFill>
                <a:latin typeface="Segoe UI"/>
              </a:rPr>
              <a:t>Protects user data files using Android biometrics (Fingerprint/PIN prompts) prior to app load.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Cheating Protection Suite: </a:t>
            </a:r>
            <a:r>
              <a:rPr sz="1500">
                <a:solidFill>
                  <a:srgbClr val="FFFFFF"/>
                </a:solidFill>
                <a:latin typeface="Segoe UI"/>
              </a:rPr>
              <a:t>Monitors keyboard events &amp; auto-submits mock exams immediately when tab switch or window blur occurs.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ANALYSIS: Scope of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0879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Target Audience: </a:t>
            </a:r>
            <a:r>
              <a:rPr sz="1500">
                <a:solidFill>
                  <a:srgbClr val="FFFFFF"/>
                </a:solidFill>
                <a:latin typeface="Segoe UI"/>
              </a:rPr>
              <a:t>Undergraduate &amp; postgraduate students preparing for campus drives (TCS NQT, Infosys, Wipro, Accenture, CTS, product startups).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Module Coverage: </a:t>
            </a:r>
            <a:r>
              <a:rPr sz="1500">
                <a:solidFill>
                  <a:srgbClr val="FFFFFF"/>
                </a:solidFill>
                <a:latin typeface="Segoe UI"/>
              </a:rPr>
              <a:t>Quantitative Aptitude (14 topics), Logical Reasoning (9 topics), Verbal Ability (7 topics), JS Coding Sandbox, Timed Mock Exams, Roadmaps.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Platform Support: </a:t>
            </a:r>
            <a:r>
              <a:rPr sz="1500">
                <a:solidFill>
                  <a:srgbClr val="FFFFFF"/>
                </a:solidFill>
                <a:latin typeface="Segoe UI"/>
              </a:rPr>
              <a:t>Cross-platform accessibility across mobile viewports, tablet screens, and desktop web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SPECIFICATION: Hardware &amp;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CB67D"/>
                </a:solidFill>
                <a:latin typeface="Segoe UI"/>
              </a:defRPr>
            </a:pPr>
            <a:r>
              <a:t>Software Configuration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7F5AF0"/>
                </a:solidFill>
                <a:latin typeface="Segoe UI"/>
              </a:rPr>
              <a:t>• Operating System: </a:t>
            </a:r>
            <a:r>
              <a:rPr sz="1250">
                <a:solidFill>
                  <a:srgbClr val="FFFFFF"/>
                </a:solidFill>
                <a:latin typeface="Segoe UI"/>
              </a:rPr>
              <a:t>Android 8.0 (API 26) or higher for APK; Windows 10/11 for Web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7F5AF0"/>
                </a:solidFill>
                <a:latin typeface="Segoe UI"/>
              </a:rPr>
              <a:t>• Core Languages: </a:t>
            </a:r>
            <a:r>
              <a:rPr sz="1250">
                <a:solidFill>
                  <a:srgbClr val="FFFFFF"/>
                </a:solidFill>
                <a:latin typeface="Segoe UI"/>
              </a:rPr>
              <a:t>Kotlin 1.9, Java (Android SDK), JavaScript (ES6+), HTML5, CSS3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7F5AF0"/>
                </a:solidFill>
                <a:latin typeface="Segoe UI"/>
              </a:rPr>
              <a:t>• Frameworks &amp; SDKs: </a:t>
            </a:r>
            <a:r>
              <a:rPr sz="1250">
                <a:solidFill>
                  <a:srgbClr val="FFFFFF"/>
                </a:solidFill>
                <a:latin typeface="Segoe UI"/>
              </a:rPr>
              <a:t>Jetpack Compose, Android Jetpack Biometrics SDK, WebView Engine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7F5AF0"/>
                </a:solidFill>
                <a:latin typeface="Segoe UI"/>
              </a:rPr>
              <a:t>• Tools &amp; Compilers: </a:t>
            </a:r>
            <a:r>
              <a:rPr sz="1250">
                <a:solidFill>
                  <a:srgbClr val="FFFFFF"/>
                </a:solidFill>
                <a:latin typeface="Segoe UI"/>
              </a:rPr>
              <a:t>Android Studio Hedgehog, VS Code, Gradle Build Tool, Python 3.10+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344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CB67D"/>
                </a:solidFill>
                <a:latin typeface="Segoe UI"/>
              </a:defRPr>
            </a:pPr>
            <a:r>
              <a:t>Hardware Configuration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7F5AF0"/>
                </a:solidFill>
                <a:latin typeface="Segoe UI"/>
              </a:rPr>
              <a:t>• Development Unit: </a:t>
            </a:r>
            <a:r>
              <a:rPr sz="1250">
                <a:solidFill>
                  <a:srgbClr val="FFFFFF"/>
                </a:solidFill>
                <a:latin typeface="Segoe UI"/>
              </a:rPr>
              <a:t>Intel Core i5 / AMD Ryzen 5, 8 GB RAM (16 GB recommended), 10 GB storage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7F5AF0"/>
                </a:solidFill>
                <a:latin typeface="Segoe UI"/>
              </a:rPr>
              <a:t>• Testing Device: </a:t>
            </a:r>
            <a:r>
              <a:rPr sz="1250">
                <a:solidFill>
                  <a:srgbClr val="FFFFFF"/>
                </a:solidFill>
                <a:latin typeface="Segoe UI"/>
              </a:rPr>
              <a:t>Android Smartphone with Biometric Sensor (Fingerprint/PIN), Touch screen interface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7F5AF0"/>
                </a:solidFill>
                <a:latin typeface="Segoe UI"/>
              </a:rPr>
              <a:t>• Client Display: </a:t>
            </a:r>
            <a:r>
              <a:rPr sz="1250">
                <a:solidFill>
                  <a:srgbClr val="FFFFFF"/>
                </a:solidFill>
                <a:latin typeface="Segoe UI"/>
              </a:rPr>
              <a:t>Desktop resolution 1366x768 pixels; mobile viewports min 360x640 pixels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 - MODULE SPECIFICATION (INDEX.HTML)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Dashboard UI Console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08792" cy="68580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Overview &amp; Purpose: Main control center rendering overall progress, total available questions (2000+), solved metrics, and action cards.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📥 USER INPUT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Navigation Clicks: </a:t>
            </a:r>
            <a:r>
              <a:rPr sz="950">
                <a:solidFill>
                  <a:srgbClr val="94A1B2"/>
                </a:solidFill>
                <a:latin typeface="Segoe UI"/>
              </a:rPr>
              <a:t>Selects module links from header or drawer.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Quick Action CTAs: </a:t>
            </a:r>
            <a:r>
              <a:rPr sz="950">
                <a:solidFill>
                  <a:srgbClr val="94A1B2"/>
                </a:solidFill>
                <a:latin typeface="Segoe UI"/>
              </a:rPr>
              <a:t>Clicks 'Start Practice' or 'Take Mock Exam' cards.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Theme Mode Switch: </a:t>
            </a:r>
            <a:r>
              <a:rPr sz="950">
                <a:solidFill>
                  <a:srgbClr val="94A1B2"/>
                </a:solidFill>
                <a:latin typeface="Segoe UI"/>
              </a:rPr>
              <a:t>Toggles light/dark interface style icon button.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2CB67D"/>
                </a:solidFill>
                <a:latin typeface="Segoe UI"/>
              </a:defRPr>
            </a:pPr>
            <a:r>
              <a:t>📤 SYSTEM OUTPUT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Metric Cards: </a:t>
            </a:r>
            <a:r>
              <a:rPr sz="950">
                <a:solidFill>
                  <a:srgbClr val="94A1B2"/>
                </a:solidFill>
                <a:latin typeface="Segoe UI"/>
              </a:rPr>
              <a:t>Displays available questions count (2000+) and solved metrics.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Progress Bar: </a:t>
            </a:r>
            <a:r>
              <a:rPr sz="950">
                <a:solidFill>
                  <a:srgbClr val="94A1B2"/>
                </a:solidFill>
                <a:latin typeface="Segoe UI"/>
              </a:rPr>
              <a:t>Visual completion percentage meter from LocalStorage.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Feature Tiles: </a:t>
            </a:r>
            <a:r>
              <a:rPr sz="950">
                <a:solidFill>
                  <a:srgbClr val="94A1B2"/>
                </a:solidFill>
                <a:latin typeface="Segoe UI"/>
              </a:rPr>
              <a:t>Interactive topic tiles with direct routing.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39512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00" b="1">
                <a:solidFill>
                  <a:srgbClr val="2CB67D"/>
                </a:solidFill>
                <a:latin typeface="Segoe UI"/>
              </a:defRPr>
            </a:pPr>
            <a:r>
              <a:t>📱 REAL UI SCREENSHOT: index.html</a:t>
            </a:r>
          </a:p>
        </p:txBody>
      </p:sp>
      <p:pic>
        <p:nvPicPr>
          <p:cNvPr id="10" name="Picture 9" descr="snap_ind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02005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 - MODULE SPECIFICATION (APTITUDE.HTML)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Quantitative Aptitude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08792" cy="68580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Overview &amp; Purpose: Provides mathematical problem-solving practice across 14 core topics with formula Guides.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📥 USER INPUT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Topic Selection: </a:t>
            </a:r>
            <a:r>
              <a:rPr sz="950">
                <a:solidFill>
                  <a:srgbClr val="94A1B2"/>
                </a:solidFill>
                <a:latin typeface="Segoe UI"/>
              </a:rPr>
              <a:t>Selects mathematical topic from category drawer.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Option Radio Click: </a:t>
            </a:r>
            <a:r>
              <a:rPr sz="950">
                <a:solidFill>
                  <a:srgbClr val="94A1B2"/>
                </a:solidFill>
                <a:latin typeface="Segoe UI"/>
              </a:rPr>
              <a:t>Clicks option choice (A, B, C, or D) for a question.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Solution Toggle: </a:t>
            </a:r>
            <a:r>
              <a:rPr sz="950">
                <a:solidFill>
                  <a:srgbClr val="94A1B2"/>
                </a:solidFill>
                <a:latin typeface="Segoe UI"/>
              </a:rPr>
              <a:t>Clicks 'Show Solution' button to view formula breakdown.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2CB67D"/>
                </a:solidFill>
                <a:latin typeface="Segoe UI"/>
              </a:defRPr>
            </a:pPr>
            <a:r>
              <a:t>📤 SYSTEM OUTPUT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Formula Reference: </a:t>
            </a:r>
            <a:r>
              <a:rPr sz="950">
                <a:solidFill>
                  <a:srgbClr val="94A1B2"/>
                </a:solidFill>
                <a:latin typeface="Segoe UI"/>
              </a:rPr>
              <a:t>Displays mathematical formulas at top of topic.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Instant Verdict: </a:t>
            </a:r>
            <a:r>
              <a:rPr sz="950">
                <a:solidFill>
                  <a:srgbClr val="94A1B2"/>
                </a:solidFill>
                <a:latin typeface="Segoe UI"/>
              </a:rPr>
              <a:t>Highlights chosen option green (Correct) or red (Incorrect).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Step-by-Step Rationale: </a:t>
            </a:r>
            <a:r>
              <a:rPr sz="950">
                <a:solidFill>
                  <a:srgbClr val="94A1B2"/>
                </a:solidFill>
                <a:latin typeface="Segoe UI"/>
              </a:rPr>
              <a:t>Shows detailed step-by-step mathematical breakdown.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39512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00" b="1">
                <a:solidFill>
                  <a:srgbClr val="2CB67D"/>
                </a:solidFill>
                <a:latin typeface="Segoe UI"/>
              </a:defRPr>
            </a:pPr>
            <a:r>
              <a:t>📱 REAL UI SCREENSHOT: aptitude.html</a:t>
            </a:r>
          </a:p>
        </p:txBody>
      </p:sp>
      <p:pic>
        <p:nvPicPr>
          <p:cNvPr id="10" name="Picture 9" descr="snap_aptitu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02005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 - MODULE SPECIFICATION (REASONING.HTML)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Logical Reasoning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08792" cy="68580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Overview &amp; Purpose: Focuses on analytical ability, pattern identification, and deduction across 9 topics.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📥 USER INPUT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Reasoning Category: </a:t>
            </a:r>
            <a:r>
              <a:rPr sz="950">
                <a:solidFill>
                  <a:srgbClr val="94A1B2"/>
                </a:solidFill>
                <a:latin typeface="Segoe UI"/>
              </a:rPr>
              <a:t>Chooses topic (Blood Relations, Syllogisms, Coding-Decoding).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Answer Selection: </a:t>
            </a:r>
            <a:r>
              <a:rPr sz="950">
                <a:solidFill>
                  <a:srgbClr val="94A1B2"/>
                </a:solidFill>
                <a:latin typeface="Segoe UI"/>
              </a:rPr>
              <a:t>Clicks answer choice matching logical deduction.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Rule Sheet Toggle: </a:t>
            </a:r>
            <a:r>
              <a:rPr sz="950">
                <a:solidFill>
                  <a:srgbClr val="94A1B2"/>
                </a:solidFill>
                <a:latin typeface="Segoe UI"/>
              </a:rPr>
              <a:t>Clicks 'View Reasoning Rules' button.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2CB67D"/>
                </a:solidFill>
                <a:latin typeface="Segoe UI"/>
              </a:defRPr>
            </a:pPr>
            <a:r>
              <a:t>📤 SYSTEM OUTPUT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Rule Box: </a:t>
            </a:r>
            <a:r>
              <a:rPr sz="950">
                <a:solidFill>
                  <a:srgbClr val="94A1B2"/>
                </a:solidFill>
                <a:latin typeface="Segoe UI"/>
              </a:rPr>
              <a:t>Renders analytical guidelines and family tree rules.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Immediate Validation: </a:t>
            </a:r>
            <a:r>
              <a:rPr sz="950">
                <a:solidFill>
                  <a:srgbClr val="94A1B2"/>
                </a:solidFill>
                <a:latin typeface="Segoe UI"/>
              </a:rPr>
              <a:t>Highlights correct answer choice and marks wrong attempt.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Logic Breakdown: </a:t>
            </a:r>
            <a:r>
              <a:rPr sz="950">
                <a:solidFill>
                  <a:srgbClr val="94A1B2"/>
                </a:solidFill>
                <a:latin typeface="Segoe UI"/>
              </a:rPr>
              <a:t>Displays step-by-step logical deduction explanation.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39512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00" b="1">
                <a:solidFill>
                  <a:srgbClr val="2CB67D"/>
                </a:solidFill>
                <a:latin typeface="Segoe UI"/>
              </a:defRPr>
            </a:pPr>
            <a:r>
              <a:t>📱 REAL UI SCREENSHOT: reasoning.html</a:t>
            </a:r>
          </a:p>
        </p:txBody>
      </p:sp>
      <p:pic>
        <p:nvPicPr>
          <p:cNvPr id="10" name="Picture 9" descr="snap_reaso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02005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 - MODULE SPECIFICATION (VERBAL.HTML)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Verbal Ability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08792" cy="68580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Overview &amp; Purpose: Enhances English vocabulary, grammar accuracy, and comprehension skills across 7 topics.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📥 USER INPUT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Sub-category Choice: </a:t>
            </a:r>
            <a:r>
              <a:rPr sz="950">
                <a:solidFill>
                  <a:srgbClr val="94A1B2"/>
                </a:solidFill>
                <a:latin typeface="Segoe UI"/>
              </a:rPr>
              <a:t>Selects verbal module (Grammar Rules, Error Spotting).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Choice Selection: </a:t>
            </a:r>
            <a:r>
              <a:rPr sz="950">
                <a:solidFill>
                  <a:srgbClr val="94A1B2"/>
                </a:solidFill>
                <a:latin typeface="Segoe UI"/>
              </a:rPr>
              <a:t>Clicks selected multiple-choice answer option.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Passage Navigation: </a:t>
            </a:r>
            <a:r>
              <a:rPr sz="950">
                <a:solidFill>
                  <a:srgbClr val="94A1B2"/>
                </a:solidFill>
                <a:latin typeface="Segoe UI"/>
              </a:rPr>
              <a:t>Scrolls and reads comprehension text passages.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2CB67D"/>
                </a:solidFill>
                <a:latin typeface="Segoe UI"/>
              </a:defRPr>
            </a:pPr>
            <a:r>
              <a:t>📤 SYSTEM OUTPUT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Grammar Tip Card: </a:t>
            </a:r>
            <a:r>
              <a:rPr sz="950">
                <a:solidFill>
                  <a:srgbClr val="94A1B2"/>
                </a:solidFill>
                <a:latin typeface="Segoe UI"/>
              </a:rPr>
              <a:t>Presents essential English usage rules before questions.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Answer Feedback: </a:t>
            </a:r>
            <a:r>
              <a:rPr sz="950">
                <a:solidFill>
                  <a:srgbClr val="94A1B2"/>
                </a:solidFill>
                <a:latin typeface="Segoe UI"/>
              </a:rPr>
              <a:t>Shows immediate correctness indicator with explanation.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Contextual Rationale: </a:t>
            </a:r>
            <a:r>
              <a:rPr sz="950">
                <a:solidFill>
                  <a:srgbClr val="94A1B2"/>
                </a:solidFill>
                <a:latin typeface="Segoe UI"/>
              </a:rPr>
              <a:t>Explains why specific option is grammatically sound.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39512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00" b="1">
                <a:solidFill>
                  <a:srgbClr val="2CB67D"/>
                </a:solidFill>
                <a:latin typeface="Segoe UI"/>
              </a:defRPr>
            </a:pPr>
            <a:r>
              <a:t>📱 REAL UI SCREENSHOT: verbal.html</a:t>
            </a:r>
          </a:p>
        </p:txBody>
      </p:sp>
      <p:pic>
        <p:nvPicPr>
          <p:cNvPr id="10" name="Picture 9" descr="snap_verb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02005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 - MODULE SPECIFICATION (CODING.HTML)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Interactive Coding Workstation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08792" cy="68580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Overview &amp; Purpose: Client-side JavaScript execution sandbox allowing candidates to write and test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📥 USER INPUT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Problem Selector: </a:t>
            </a:r>
            <a:r>
              <a:rPr sz="950">
                <a:solidFill>
                  <a:srgbClr val="94A1B2"/>
                </a:solidFill>
                <a:latin typeface="Segoe UI"/>
              </a:rPr>
              <a:t>Picks problem (Two Sum, Palindrome Check, Array Reverse).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Code Editor Input: </a:t>
            </a:r>
            <a:r>
              <a:rPr sz="950">
                <a:solidFill>
                  <a:srgbClr val="94A1B2"/>
                </a:solidFill>
                <a:latin typeface="Segoe UI"/>
              </a:rPr>
              <a:t>Writes or edits JavaScript code inside interactive text area.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Run Code Trigger: </a:t>
            </a:r>
            <a:r>
              <a:rPr sz="950">
                <a:solidFill>
                  <a:srgbClr val="94A1B2"/>
                </a:solidFill>
                <a:latin typeface="Segoe UI"/>
              </a:rPr>
              <a:t>Clicks 'Execute Code' trigger to compile script.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2CB67D"/>
                </a:solidFill>
                <a:latin typeface="Segoe UI"/>
              </a:defRPr>
            </a:pPr>
            <a:r>
              <a:t>📤 SYSTEM OUTPUT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Console Output (stdout): </a:t>
            </a:r>
            <a:r>
              <a:rPr sz="950">
                <a:solidFill>
                  <a:srgbClr val="94A1B2"/>
                </a:solidFill>
                <a:latin typeface="Segoe UI"/>
              </a:rPr>
              <a:t>Captures and displays console.log output and return values.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Test Case Badges: </a:t>
            </a:r>
            <a:r>
              <a:rPr sz="950">
                <a:solidFill>
                  <a:srgbClr val="94A1B2"/>
                </a:solidFill>
                <a:latin typeface="Segoe UI"/>
              </a:rPr>
              <a:t>Displays PASS / FAIL status for default test inputs.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Runtime Error Log: </a:t>
            </a:r>
            <a:r>
              <a:rPr sz="950">
                <a:solidFill>
                  <a:srgbClr val="94A1B2"/>
                </a:solidFill>
                <a:latin typeface="Segoe UI"/>
              </a:rPr>
              <a:t>Displays syntax error messages or stack trace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39512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00" b="1">
                <a:solidFill>
                  <a:srgbClr val="2CB67D"/>
                </a:solidFill>
                <a:latin typeface="Segoe UI"/>
              </a:defRPr>
            </a:pPr>
            <a:r>
              <a:t>📱 REAL UI SCREENSHOT: coding.html</a:t>
            </a:r>
          </a:p>
        </p:txBody>
      </p:sp>
      <p:pic>
        <p:nvPicPr>
          <p:cNvPr id="10" name="Picture 9" descr="snap_co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02005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 - MODULE SPECIFICATION (PRACTICE.HTML)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Practice Hub Topic Directory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08792" cy="68580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Overview &amp; Purpose: Central directory listing all topics with multi-category tabs and search filters.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📥 USER INPUT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Category Filter Tabs: </a:t>
            </a:r>
            <a:r>
              <a:rPr sz="950">
                <a:solidFill>
                  <a:srgbClr val="94A1B2"/>
                </a:solidFill>
                <a:latin typeface="Segoe UI"/>
              </a:rPr>
              <a:t>Clicks 'All', 'Quantitative', 'Reasoning', 'Verbal', or 'Coding' tabs.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Search Keyword Input: </a:t>
            </a:r>
            <a:r>
              <a:rPr sz="950">
                <a:solidFill>
                  <a:srgbClr val="94A1B2"/>
                </a:solidFill>
                <a:latin typeface="Segoe UI"/>
              </a:rPr>
              <a:t>Types topic title or keyword into search bar.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Topic Card Click: </a:t>
            </a:r>
            <a:r>
              <a:rPr sz="950">
                <a:solidFill>
                  <a:srgbClr val="94A1B2"/>
                </a:solidFill>
                <a:latin typeface="Segoe UI"/>
              </a:rPr>
              <a:t>Clicks topic card to launch practice session.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2CB67D"/>
                </a:solidFill>
                <a:latin typeface="Segoe UI"/>
              </a:defRPr>
            </a:pPr>
            <a:r>
              <a:t>📤 SYSTEM OUTPUT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Filtered Grid: </a:t>
            </a:r>
            <a:r>
              <a:rPr sz="950">
                <a:solidFill>
                  <a:srgbClr val="94A1B2"/>
                </a:solidFill>
                <a:latin typeface="Segoe UI"/>
              </a:rPr>
              <a:t>Renders topic cards matching selected tab and search query.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Completion Badges: </a:t>
            </a:r>
            <a:r>
              <a:rPr sz="950">
                <a:solidFill>
                  <a:srgbClr val="94A1B2"/>
                </a:solidFill>
                <a:latin typeface="Segoe UI"/>
              </a:rPr>
              <a:t>Shows completed question count vs total questions for each topic.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Action CTAs: </a:t>
            </a:r>
            <a:r>
              <a:rPr sz="950">
                <a:solidFill>
                  <a:srgbClr val="94A1B2"/>
                </a:solidFill>
                <a:latin typeface="Segoe UI"/>
              </a:rPr>
              <a:t>Provides 'Continue' or 'Start Fresh' buttons.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39512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00" b="1">
                <a:solidFill>
                  <a:srgbClr val="2CB67D"/>
                </a:solidFill>
                <a:latin typeface="Segoe UI"/>
              </a:defRPr>
            </a:pPr>
            <a:r>
              <a:t>📱 REAL UI SCREENSHOT: practice.html</a:t>
            </a:r>
          </a:p>
        </p:txBody>
      </p:sp>
      <p:pic>
        <p:nvPicPr>
          <p:cNvPr id="10" name="Picture 9" descr="snap_pract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02005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 - MODULE SPECIFICATION (MOCKTEST.HTML)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Mock Test Exam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08792" cy="68580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Overview &amp; Purpose: Timed corporate exam simulator with randomized question pools and tab blur auto-submit.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📥 USER INPUT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Tier Setup: </a:t>
            </a:r>
            <a:r>
              <a:rPr sz="950">
                <a:solidFill>
                  <a:srgbClr val="94A1B2"/>
                </a:solidFill>
                <a:latin typeface="Segoe UI"/>
              </a:rPr>
              <a:t>Selects tier: Easy (15m), Medium (30m), Hard (45m), Full-Length.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Option Selection: </a:t>
            </a:r>
            <a:r>
              <a:rPr sz="950">
                <a:solidFill>
                  <a:srgbClr val="94A1B2"/>
                </a:solidFill>
                <a:latin typeface="Segoe UI"/>
              </a:rPr>
              <a:t>Selects radio buttons for questions under timed environment.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Tab Blur / Switch: </a:t>
            </a:r>
            <a:r>
              <a:rPr sz="950">
                <a:solidFill>
                  <a:srgbClr val="94A1B2"/>
                </a:solidFill>
                <a:latin typeface="Segoe UI"/>
              </a:rPr>
              <a:t>Candidate switches browser tab or minimizes window during test.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2CB67D"/>
                </a:solidFill>
                <a:latin typeface="Segoe UI"/>
              </a:defRPr>
            </a:pPr>
            <a:r>
              <a:t>📤 SYSTEM OUTPUT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Live Timer &amp; Grid: </a:t>
            </a:r>
            <a:r>
              <a:rPr sz="950">
                <a:solidFill>
                  <a:srgbClr val="94A1B2"/>
                </a:solidFill>
                <a:latin typeface="Segoe UI"/>
              </a:rPr>
              <a:t>Renders ticking countdown clock and question state palette.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Security Modal &amp; Auto-Submit: </a:t>
            </a:r>
            <a:r>
              <a:rPr sz="950">
                <a:solidFill>
                  <a:srgbClr val="94A1B2"/>
                </a:solidFill>
                <a:latin typeface="Segoe UI"/>
              </a:rPr>
              <a:t>Triggers red security modal &amp; auto-submits exam upon focus loss!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Result Analytics: </a:t>
            </a:r>
            <a:r>
              <a:rPr sz="950">
                <a:solidFill>
                  <a:srgbClr val="94A1B2"/>
                </a:solidFill>
                <a:latin typeface="Segoe UI"/>
              </a:rPr>
              <a:t>Displays final Score, Accuracy %, Time Taken, and detailed breakdown.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39512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00" b="1">
                <a:solidFill>
                  <a:srgbClr val="2CB67D"/>
                </a:solidFill>
                <a:latin typeface="Segoe UI"/>
              </a:defRPr>
            </a:pPr>
            <a:r>
              <a:t>📱 REAL UI SCREENSHOT: mocktest.html</a:t>
            </a:r>
          </a:p>
        </p:txBody>
      </p:sp>
      <p:pic>
        <p:nvPicPr>
          <p:cNvPr id="10" name="Picture 9" descr="snap_mock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02005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 - MODULE SPECIFICATION (BOOKMARKS.HTML)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Bookmarks Review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08792" cy="68580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Overview &amp; Purpose: Dedicated review repository maintaining pinned questions across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📥 USER INPUT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Category Filter: </a:t>
            </a:r>
            <a:r>
              <a:rPr sz="950">
                <a:solidFill>
                  <a:srgbClr val="94A1B2"/>
                </a:solidFill>
                <a:latin typeface="Segoe UI"/>
              </a:rPr>
              <a:t>Filters bookmarked questions by Subject.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Remove Bookmark: </a:t>
            </a:r>
            <a:r>
              <a:rPr sz="950">
                <a:solidFill>
                  <a:srgbClr val="94A1B2"/>
                </a:solidFill>
                <a:latin typeface="Segoe UI"/>
              </a:rPr>
              <a:t>Clicks trash icon on question card to unpin.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Clear All Button: </a:t>
            </a:r>
            <a:r>
              <a:rPr sz="950">
                <a:solidFill>
                  <a:srgbClr val="94A1B2"/>
                </a:solidFill>
                <a:latin typeface="Segoe UI"/>
              </a:rPr>
              <a:t>Clicks 'Clear All Bookmarks' with confirmation modal.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2CB67D"/>
                </a:solidFill>
                <a:latin typeface="Segoe UI"/>
              </a:defRPr>
            </a:pPr>
            <a:r>
              <a:t>📤 SYSTEM OUTPUT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Saved Question Cards: </a:t>
            </a:r>
            <a:r>
              <a:rPr sz="950">
                <a:solidFill>
                  <a:srgbClr val="94A1B2"/>
                </a:solidFill>
                <a:latin typeface="Segoe UI"/>
              </a:rPr>
              <a:t>Displays full question prompt, choices, and stored correct answer.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Empty State Graphic: </a:t>
            </a:r>
            <a:r>
              <a:rPr sz="950">
                <a:solidFill>
                  <a:srgbClr val="94A1B2"/>
                </a:solidFill>
                <a:latin typeface="Segoe UI"/>
              </a:rPr>
              <a:t>Shows friendly illustration when no bookmarks are saved.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Updated Local State: </a:t>
            </a:r>
            <a:r>
              <a:rPr sz="950">
                <a:solidFill>
                  <a:srgbClr val="94A1B2"/>
                </a:solidFill>
                <a:latin typeface="Segoe UI"/>
              </a:rPr>
              <a:t>Removes unpinned questions from LocalStorage array instantly.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39512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00" b="1">
                <a:solidFill>
                  <a:srgbClr val="2CB67D"/>
                </a:solidFill>
                <a:latin typeface="Segoe UI"/>
              </a:defRPr>
            </a:pPr>
            <a:r>
              <a:t>📱 REAL UI SCREENSHOT: bookmarks.html</a:t>
            </a:r>
          </a:p>
        </p:txBody>
      </p:sp>
      <p:pic>
        <p:nvPicPr>
          <p:cNvPr id="10" name="Picture 9" descr="snap_bookmar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02005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 - MODULE SPECIFICATION (ROADMAP.HTML)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Placement Preparation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08792" cy="68580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Overview &amp; Purpose: Structured 6-month preparation schedule checklist for campus placements.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📥 USER INPUT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Track Filter: </a:t>
            </a:r>
            <a:r>
              <a:rPr sz="950">
                <a:solidFill>
                  <a:srgbClr val="94A1B2"/>
                </a:solidFill>
                <a:latin typeface="Segoe UI"/>
              </a:rPr>
              <a:t>User chooses target profile (Product Companies, Service MNCs, Core).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Milestone Checkbox: </a:t>
            </a:r>
            <a:r>
              <a:rPr sz="950">
                <a:solidFill>
                  <a:srgbClr val="94A1B2"/>
                </a:solidFill>
                <a:latin typeface="Segoe UI"/>
              </a:rPr>
              <a:t>Checks off completed preparation tasks and topics.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2CB67D"/>
                </a:solidFill>
                <a:latin typeface="Segoe UI"/>
              </a:defRPr>
            </a:pPr>
            <a:r>
              <a:t>📤 SYSTEM OUTPUT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Timeline Grid: </a:t>
            </a:r>
            <a:r>
              <a:rPr sz="950">
                <a:solidFill>
                  <a:srgbClr val="94A1B2"/>
                </a:solidFill>
                <a:latin typeface="Segoe UI"/>
              </a:rPr>
              <a:t>Renders 6-month roadmap stages from foundational math to mock interviews.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Readiness Bar: </a:t>
            </a:r>
            <a:r>
              <a:rPr sz="950">
                <a:solidFill>
                  <a:srgbClr val="94A1B2"/>
                </a:solidFill>
                <a:latin typeface="Segoe UI"/>
              </a:rPr>
              <a:t>Calculates overall career readiness progress percentage.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Checklist State Sync: </a:t>
            </a:r>
            <a:r>
              <a:rPr sz="950">
                <a:solidFill>
                  <a:srgbClr val="94A1B2"/>
                </a:solidFill>
                <a:latin typeface="Segoe UI"/>
              </a:rPr>
              <a:t>Persists checked milestone status in LocalStorage.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39512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00" b="1">
                <a:solidFill>
                  <a:srgbClr val="2CB67D"/>
                </a:solidFill>
                <a:latin typeface="Segoe UI"/>
              </a:defRPr>
            </a:pPr>
            <a:r>
              <a:t>📱 REAL UI SCREENSHOT: roadmap.html</a:t>
            </a:r>
          </a:p>
        </p:txBody>
      </p:sp>
      <p:pic>
        <p:nvPicPr>
          <p:cNvPr id="10" name="Picture 9" descr="snap_road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02005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 - MODULE SPECIFICATION (SEARCH.HTML)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Global Search Index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08792" cy="68580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Overview &amp; Purpose: Enables real-time keyword search indexing across all 30+ topics.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📥 USER INPUT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Search Input Text: </a:t>
            </a:r>
            <a:r>
              <a:rPr sz="950">
                <a:solidFill>
                  <a:srgbClr val="94A1B2"/>
                </a:solidFill>
                <a:latin typeface="Segoe UI"/>
              </a:rPr>
              <a:t>Types search term (e.g. 'Percentage', 'Trees', 'Syllogism', 'Arrays').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Filter Button: </a:t>
            </a:r>
            <a:r>
              <a:rPr sz="950">
                <a:solidFill>
                  <a:srgbClr val="94A1B2"/>
                </a:solidFill>
                <a:latin typeface="Segoe UI"/>
              </a:rPr>
              <a:t>Clicks clear or topic category quick tag.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2CB67D"/>
                </a:solidFill>
                <a:latin typeface="Segoe UI"/>
              </a:defRPr>
            </a:pPr>
            <a:r>
              <a:t>📤 SYSTEM OUTPUT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Real-time Results: </a:t>
            </a:r>
            <a:r>
              <a:rPr sz="950">
                <a:solidFill>
                  <a:srgbClr val="94A1B2"/>
                </a:solidFill>
                <a:latin typeface="Segoe UI"/>
              </a:rPr>
              <a:t>Instantly updates search results showing topic title and direct link.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Zero Results Slate: </a:t>
            </a:r>
            <a:r>
              <a:rPr sz="950">
                <a:solidFill>
                  <a:srgbClr val="94A1B2"/>
                </a:solidFill>
                <a:latin typeface="Segoe UI"/>
              </a:rPr>
              <a:t>Suggests alternative search terms if no matching topic is found.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39512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00" b="1">
                <a:solidFill>
                  <a:srgbClr val="2CB67D"/>
                </a:solidFill>
                <a:latin typeface="Segoe UI"/>
              </a:defRPr>
            </a:pPr>
            <a:r>
              <a:t>📱 REAL UI SCREENSHOT: search.html</a:t>
            </a:r>
          </a:p>
        </p:txBody>
      </p:sp>
      <p:pic>
        <p:nvPicPr>
          <p:cNvPr id="10" name="Picture 9" descr="snap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02005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 - MODULE SPECIFICATION (ABOUT.HTML)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About VetriPath &amp;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08792" cy="68580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Overview &amp; Purpose: Presents platform architecture, offline-first engineering principles, and tech 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📥 USER INPUT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Theme Mode Switch: </a:t>
            </a:r>
            <a:r>
              <a:rPr sz="950">
                <a:solidFill>
                  <a:srgbClr val="94A1B2"/>
                </a:solidFill>
                <a:latin typeface="Segoe UI"/>
              </a:rPr>
              <a:t>Clicks Dark Mode / Light Mode toggle icon.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Feedback Link: </a:t>
            </a:r>
            <a:r>
              <a:rPr sz="950">
                <a:solidFill>
                  <a:srgbClr val="94A1B2"/>
                </a:solidFill>
                <a:latin typeface="Segoe UI"/>
              </a:rPr>
              <a:t>Clicks developer contact or app review button.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2CB67D"/>
                </a:solidFill>
                <a:latin typeface="Segoe UI"/>
              </a:defRPr>
            </a:pPr>
            <a:r>
              <a:t>📤 SYSTEM OUTPUT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Architecture Summary: </a:t>
            </a:r>
            <a:r>
              <a:rPr sz="950">
                <a:solidFill>
                  <a:srgbClr val="94A1B2"/>
                </a:solidFill>
                <a:latin typeface="Segoe UI"/>
              </a:rPr>
              <a:t>Highlights offline WebView benefits and biometric security integration.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Tech Stack Badges: </a:t>
            </a:r>
            <a:r>
              <a:rPr sz="950">
                <a:solidFill>
                  <a:srgbClr val="94A1B2"/>
                </a:solidFill>
                <a:latin typeface="Segoe UI"/>
              </a:rPr>
              <a:t>Displays HTML5, CSS3, JS ES6, Kotlin, Compose, and WebSockets badges.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Global Theme Sync: </a:t>
            </a:r>
            <a:r>
              <a:rPr sz="950">
                <a:solidFill>
                  <a:srgbClr val="94A1B2"/>
                </a:solidFill>
                <a:latin typeface="Segoe UI"/>
              </a:rPr>
              <a:t>Applies theme preference across all web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39512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00" b="1">
                <a:solidFill>
                  <a:srgbClr val="2CB67D"/>
                </a:solidFill>
                <a:latin typeface="Segoe UI"/>
              </a:defRPr>
            </a:pPr>
            <a:r>
              <a:t>📱 REAL UI SCREENSHOT: about.html</a:t>
            </a:r>
          </a:p>
        </p:txBody>
      </p:sp>
      <p:pic>
        <p:nvPicPr>
          <p:cNvPr id="10" name="Picture 9" descr="snap_ab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02005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 - MODULE SPECIFICATION (CONTACT.HTML)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Contact &amp; Feedback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08792" cy="68580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Overview &amp; Purpose: Provides an interactive user feedback form for reporting issues and feature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📥 USER INPUT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User Input Form: </a:t>
            </a:r>
            <a:r>
              <a:rPr sz="950">
                <a:solidFill>
                  <a:srgbClr val="94A1B2"/>
                </a:solidFill>
                <a:latin typeface="Segoe UI"/>
              </a:rPr>
              <a:t>User inputs Name, Email ID, Feedback Category, and Message text.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Submit Button Click: </a:t>
            </a:r>
            <a:r>
              <a:rPr sz="950">
                <a:solidFill>
                  <a:srgbClr val="94A1B2"/>
                </a:solidFill>
                <a:latin typeface="Segoe UI"/>
              </a:rPr>
              <a:t>Clicks 'Submit Feedback' form button.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2CB67D"/>
                </a:solidFill>
                <a:latin typeface="Segoe UI"/>
              </a:defRPr>
            </a:pPr>
            <a:r>
              <a:t>📤 SYSTEM OUTPUT SPECIFICATIONS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Form Validation: </a:t>
            </a:r>
            <a:r>
              <a:rPr sz="950">
                <a:solidFill>
                  <a:srgbClr val="94A1B2"/>
                </a:solidFill>
                <a:latin typeface="Segoe UI"/>
              </a:rPr>
              <a:t>Checks required fields and email formatting.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Success Toast: </a:t>
            </a:r>
            <a:r>
              <a:rPr sz="950">
                <a:solidFill>
                  <a:srgbClr val="94A1B2"/>
                </a:solidFill>
                <a:latin typeface="Segoe UI"/>
              </a:rPr>
              <a:t>Displays animated green toast: 'Feedback saved successfully!'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Local Feedback Log: </a:t>
            </a:r>
            <a:r>
              <a:rPr sz="950">
                <a:solidFill>
                  <a:srgbClr val="94A1B2"/>
                </a:solidFill>
                <a:latin typeface="Segoe UI"/>
              </a:rPr>
              <a:t>Saves feedback entry locally in browser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39512" cy="466344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00" b="1">
                <a:solidFill>
                  <a:srgbClr val="2CB67D"/>
                </a:solidFill>
                <a:latin typeface="Segoe UI"/>
              </a:defRPr>
            </a:pPr>
            <a:r>
              <a:t>📱 REAL UI SCREENSHOT: contact.html</a:t>
            </a:r>
          </a:p>
        </p:txBody>
      </p:sp>
      <p:pic>
        <p:nvPicPr>
          <p:cNvPr id="10" name="Picture 9" descr="snap_cont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02005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ACTIVE QUIZ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Quantitative Aptitude Active Practice Workstation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087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1B2"/>
                </a:solidFill>
                <a:latin typeface="Segoe UI"/>
              </a:defRPr>
            </a:pPr>
            <a:r>
              <a:t>Candidate attending Percentages question, radio choice B selected, green correct answer feedback &amp; formula breakdown 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554480"/>
            <a:ext cx="9994392" cy="484632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quiz_sample_aptitu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691640"/>
            <a:ext cx="97200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ACTIVE QUIZ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Logical Reasoning Active Practice Workstation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087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1B2"/>
                </a:solidFill>
                <a:latin typeface="Segoe UI"/>
              </a:defRPr>
            </a:pPr>
            <a:r>
              <a:t>Candidate attending Blood Relations question, analytical family tree symbols, radio option selected &amp; logic tree 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554480"/>
            <a:ext cx="9994392" cy="484632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quiz_sample_reaso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691640"/>
            <a:ext cx="97200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ACTIVE QUIZ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Verbal Ability Active Practice Workstation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087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1B2"/>
                </a:solidFill>
                <a:latin typeface="Segoe UI"/>
              </a:defRPr>
            </a:pPr>
            <a:r>
              <a:t>Candidate attending Grammar Rules question, sentence option choice selected &amp; subject-verb rationale expanded.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554480"/>
            <a:ext cx="9994392" cy="484632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quiz_sample_verb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691640"/>
            <a:ext cx="97200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ACTIVE QUIZ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Interactive Coding Sandbox Active Execution Sample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087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1B2"/>
                </a:solidFill>
                <a:latin typeface="Segoe UI"/>
              </a:defRPr>
            </a:pPr>
            <a:r>
              <a:t>Candidate editing Two Sum JavaScript solution, 'Execute Code' triggered, PASS/FAIL test badges &amp; stdout console output 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554480"/>
            <a:ext cx="9994392" cy="484632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quiz_sample_co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691640"/>
            <a:ext cx="97200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ACTIVE QUIZ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Timed Exam Simulator Active Test Workstation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087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1B2"/>
                </a:solidFill>
                <a:latin typeface="Segoe UI"/>
              </a:defRPr>
            </a:pPr>
            <a:r>
              <a:t>Candidate taking 30-min placement mock exam, live countdown clock running, question palette grid active &amp; tab blur monitor engaged.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554480"/>
            <a:ext cx="9994392" cy="484632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quiz_sample_mock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691640"/>
            <a:ext cx="97200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DESIGN: Level 1 Dataflow Diagram (DFD)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087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1B2"/>
                </a:solidFill>
                <a:latin typeface="Segoe UI"/>
              </a:defRPr>
            </a:pPr>
            <a:r>
              <a:t>Level 1 Dataflow Diagram mapping candidate inputs through processes to LocalStorage.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554480"/>
            <a:ext cx="9994392" cy="484632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fd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691640"/>
            <a:ext cx="97200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DESIGN: Hybrid System Architecture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087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1B2"/>
                </a:solidFill>
                <a:latin typeface="Segoe UI"/>
              </a:defRPr>
            </a:pPr>
            <a:r>
              <a:t>4-Layer Hybrid Native Architecture: UI Layer -&gt; Compose Shell -&gt; WebView Host -&gt; LocalStorage 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554480"/>
            <a:ext cx="9994392" cy="484632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691640"/>
            <a:ext cx="97200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DESIGN: Database Schema (ER Diagram)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087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1B2"/>
                </a:solidFill>
                <a:latin typeface="Segoe UI"/>
              </a:defRPr>
            </a:pPr>
            <a:r>
              <a:t>LocalStorage Entity-Relationship Diagram detailing JSON schema keys and parameters.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554480"/>
            <a:ext cx="9994392" cy="4846320"/>
          </a:xfrm>
          <a:prstGeom prst="roundRect">
            <a:avLst/>
          </a:prstGeom>
          <a:solidFill>
            <a:srgbClr val="1F1E27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r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691640"/>
            <a:ext cx="97200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IMPLEMENTATION: Coding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0879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Native Kotlin Security Shell: </a:t>
            </a:r>
            <a:r>
              <a:rPr sz="1500">
                <a:solidFill>
                  <a:srgbClr val="FFFFFF"/>
                </a:solidFill>
                <a:latin typeface="Segoe UI"/>
              </a:rPr>
              <a:t>Applies FLAG_SECURE to prevent screenshots/recording and initializes BiometricPrompt scanner.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JavaScript State Storage (storage.js): </a:t>
            </a:r>
            <a:r>
              <a:rPr sz="1500">
                <a:solidFill>
                  <a:srgbClr val="FFFFFF"/>
                </a:solidFill>
                <a:latin typeface="Segoe UI"/>
              </a:rPr>
              <a:t>Consolidates getState(), updateState(), addBookmark(), and logSolvedQuestion() state hooks.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Exam Anti-Cheating Suite: </a:t>
            </a:r>
            <a:r>
              <a:rPr sz="1500">
                <a:solidFill>
                  <a:srgbClr val="FFFFFF"/>
                </a:solidFill>
                <a:latin typeface="Segoe UI"/>
              </a:rPr>
              <a:t>Monitors window blur and visibility state changes, auto-submitting exams upon focus loss.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SYSTEM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TESTING: Test Results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0879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Biometric Authentication Lock: </a:t>
            </a:r>
            <a:r>
              <a:rPr sz="1500">
                <a:solidFill>
                  <a:srgbClr val="FFFFFF"/>
                </a:solidFill>
                <a:latin typeface="Segoe UI"/>
              </a:rPr>
              <a:t>TC-01: Verified BiometricPrompt scanner overlays and PIN fallbacks [STATUS: PASS].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Offline Airplane Mode Load: </a:t>
            </a:r>
            <a:r>
              <a:rPr sz="1500">
                <a:solidFill>
                  <a:srgbClr val="FFFFFF"/>
                </a:solidFill>
                <a:latin typeface="Segoe UI"/>
              </a:rPr>
              <a:t>TC-02: Confirmed asset loading &lt;50ms with zero network requests [STATUS: PASS].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Exam Blur Auto-Submission: </a:t>
            </a:r>
            <a:r>
              <a:rPr sz="1500">
                <a:solidFill>
                  <a:srgbClr val="FFFFFF"/>
                </a:solidFill>
                <a:latin typeface="Segoe UI"/>
              </a:rPr>
              <a:t>TC-03: Simulated window blur during active exam; 100% detection rate [STATUS: PASS].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Shortcut &amp; Context Menu Disable: </a:t>
            </a:r>
            <a:r>
              <a:rPr sz="1500">
                <a:solidFill>
                  <a:srgbClr val="FFFFFF"/>
                </a:solidFill>
                <a:latin typeface="Segoe UI"/>
              </a:rPr>
              <a:t>TC-04: Confirmed suppression of Ctrl+C, Ctrl+V, Ctrl+U, F12 inspect keys [STATUS: PASS].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CB67D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FUTURE ENHANCEMENTS &amp;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36576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0879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Cloud Sync Middleware: </a:t>
            </a:r>
            <a:r>
              <a:rPr sz="1500">
                <a:solidFill>
                  <a:srgbClr val="FFFFFF"/>
                </a:solidFill>
                <a:latin typeface="Segoe UI"/>
              </a:rPr>
              <a:t>Integration with Google Drive REST API for optional cloud backup and restore.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AI Personal Analytics: </a:t>
            </a:r>
            <a:r>
              <a:rPr sz="1500">
                <a:solidFill>
                  <a:srgbClr val="FFFFFF"/>
                </a:solidFill>
                <a:latin typeface="Segoe UI"/>
              </a:rPr>
              <a:t>Recommends targeted prep paths based on solved question difficulty scores.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Peer-to-Peer Competitive Rooms: </a:t>
            </a:r>
            <a:r>
              <a:rPr sz="1500">
                <a:solidFill>
                  <a:srgbClr val="FFFFFF"/>
                </a:solidFill>
                <a:latin typeface="Segoe UI"/>
              </a:rPr>
              <a:t>Online testing rooms and real-time scoreboards using WebSockets.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• Conclusion: </a:t>
            </a:r>
            <a:r>
              <a:rPr sz="1500">
                <a:solidFill>
                  <a:srgbClr val="FFFFFF"/>
                </a:solidFill>
                <a:latin typeface="Segoe UI"/>
              </a:rPr>
              <a:t>Successfully developed a high-performance offline hybrid platform bridging the digital divide for students.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09728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47472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defRPr sz="2000" i="1">
                <a:solidFill>
                  <a:srgbClr val="2CB67D"/>
                </a:solidFill>
                <a:latin typeface="Segoe UI"/>
              </a:defRPr>
            </a:pPr>
            <a:r>
              <a:t>"Walk the Path. Become the Victory. Inspire the World."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2583</Words>
  <Application>Microsoft Office PowerPoint</Application>
  <PresentationFormat>Widescreen</PresentationFormat>
  <Paragraphs>223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darun raj</cp:lastModifiedBy>
  <cp:revision>2</cp:revision>
  <dcterms:created xsi:type="dcterms:W3CDTF">2013-01-27T09:14:16Z</dcterms:created>
  <dcterms:modified xsi:type="dcterms:W3CDTF">2026-08-04T04:04:52Z</dcterms:modified>
  <cp:category/>
</cp:coreProperties>
</file>